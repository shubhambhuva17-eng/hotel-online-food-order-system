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1104" y="1005840"/>
            <a:ext cx="36576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1104" y="1024128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FINAL YEAR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MADHAV DINING HALL</a:t>
            </a:r>
          </a:p>
          <a:p>
            <a:pPr algn="ctr">
              <a:defRPr sz="1600">
                <a:solidFill>
                  <a:srgbClr val="FBBF24"/>
                </a:solidFill>
              </a:defRPr>
            </a:pPr>
            <a:r>
              <a:t>Full-Stack Contactless Table QR Ordering &amp; Hotel Operations Management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210312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Dual-Tier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Client &amp; Manager Hub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React 19 + Express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01752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182112"/>
            <a:ext cx="210312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Pure Vegetarian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Shuddh Shakahari Menu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182112"/>
            <a:ext cx="210312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Zero App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Contactless QR Access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Browser Progressive Web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01752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3182112"/>
            <a:ext cx="210312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A855F7"/>
                </a:solidFill>
              </a:defRPr>
            </a:pPr>
            <a:r>
              <a:t>Fault-Tolerant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Permanent Persistence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Zero Data Loss on Restarts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66344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Project Team: Computer Engineering Department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Technologies: React 19 • Vite • Node.js • Express • MySQL • JSON Persistence • CSS3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1 of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Summary &amp; Project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Transforming traditional hotel dining through seamless QR automation and live kitchen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DINER CONVENIENCE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Zero App Installation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Diners access the ordering system instantly by scanning a tabletop QR standee using any mobile camera.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Eliminates the friction of downloading 50MB mobile apps or completing tedious account registrations.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Instant table session binding locks table number (1 to 12) seamlessly across browsing and checkout.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28800"/>
            <a:ext cx="3328416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011680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KITCHEN EFFICIENCY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Cloud Kitchen Synchronization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Direct kitchen ticket dispatch: Orders bypass busy waitstaff and appear immediately on kitchen display.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Custom item notes allow customers to specify Jain prep, spice levels, or allergy requirements.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Diners track preparation in real-time through an interactive 4-stage cooking progress stepper.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28800"/>
            <a:ext cx="3328416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011680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MANAGER INTELLIGENCE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Data-Driven Operations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Centralized operations hub for managers with live kitchen queues, table maps, and printable QR standees.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Real-time menu stock management toggles sold-out dishes in 1 second across all customer phones.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Automated multi-tier analytics engine tracks daily, monthly, and annual sales with guaranteed persistence.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2 of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INDUSTRY 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Statement: Challenges in Traditional Dining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Analyzing severe friction points that impact customer satisfaction and restaurant profitability.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75504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1830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FRONT-OF-HOUSE PAIN POINTS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Customer Dining Experience Friction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Long Wait Times: Customers wait 10-15 minutes just to catch a waiter's attention and receive paper menus.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Verbal Miscommunication: Dietary preferences (e.g., 'no onion-garlic', 'mild spice') get misheard in noisy kitchens.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Static Paper Menus: Menus cannot reflect sold-out items, leading to customer frustration after ordering.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Awkward Waiter Calling: Guests struggle to wave down waiters for water refills, extra napkins, or the bill.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2011680"/>
            <a:ext cx="471830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BACK-OF-HOUSE OPERATIONAL GAPS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Back-of-House Management Gaps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Kitchen Blindspots: Chefs lack a synchronized queue and misjudge prep priority during rush hours.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Lack of Real-Time Analytics: Paper bills fail to provide automated hourly rush curves and dish profitability data.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High Labor Overhead: Dependency on large waitstaff teams just to take repetitive orders inflates operational cost.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Data Loss Vulnerability: Simple software crashes or server restarts wipe out uncommitted sales history.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3 of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STRATEGIC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Proposed Solution: Contactless Smart Dining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 modern full-stack web application designed for fast-paced dining halls and family restaurants.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217920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57607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CORE SYSTEM CAPABILITIES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Four Pillars of Madhav Dining Hall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1. Dynamic QR Standee Integration: Each dining table is equipped with an encrypted QR linking directly to its session.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2. 100% Pure Vegetarian Heritage Catalog: Visual cards with verified dish imagery, ingredients, and prep times.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3. Live Stepper Kitchen Pipeline: 4-stage visual progress keeping diners informed without needing to ask waiters.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4. Persistent Historical Analytics Hub: Multi-tier reporting (Daily, Monthly, Yearly) completely immune to server restarts.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5. Instant Staff Summoning: One-touch 'Call Waiter' assistance for cutlery, water, and immediate table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28800"/>
            <a:ext cx="4144975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68777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PROVEN OPERATIONAL ROI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Measurable Business Impact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18-Minute Reduction in average table turnaround time during peak dining hours.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0% Order Discrepancies via digital item notes attached directly to kitchen tickets.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Sub-Second Order Dispatch from phone tap to kitchen display screen.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22% Higher Ticket Average through high-definition visual dish presentation and dessert upselling.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4 of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TECHNICAL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Clean three-tier architecture ensuring scalability, modularity, and rapid response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CLIENT LAYER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1. Presentation Tier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React 19 Single Page Application: Client-side routing with React Router v6.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Customer Table Interface: Dynamically bound to table URLs (`/table/:id`).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Manager Dashboard: Secure administration workspace with protected routes.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Context API State: CartContext and AuthContext prevent prop-drilling.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Tailwind CSS &amp; Animations: 60fps hardware-accelerated user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28800"/>
            <a:ext cx="3328416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011680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BUSINESS LOGIC LAYER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2. API Gateway Tier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Node.js &amp; Express: Asynchronous non-blocking RESTful routing architecture.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Authentication Gateway: Bcrypt.js salt hashing protecting credentials.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Menu &amp; Inventory API: CRUD operations with live in-stock toggling.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Order Engine: Real-time order creation, status advancement, and dispatch.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Analytics Processor: Multi-tier aggregation of daily, monthly, yearly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28800"/>
            <a:ext cx="3328416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011680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DATA PERSISTENCE LAYER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3. Persistence Tier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Relational Schema: Normalized tables for users, tables, menu, orders, and items.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Dual-Mode Resilience: MySQL connection pooling (`mysql2/promise`).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JSON Storage Mirroring: Automated disk write synchronization (`db.json`).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 Data Loss: Full state re-hydration immediately upon server reboot.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Offline Fallback: Client-side storage mirroring for momentary network drops.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5 of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ENGINEERING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Stack &amp; Technical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Modern, robust, and lightweight technologies selected for high performance and low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FRONTEND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React 19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Virtual DOM rendering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Context API state management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Modular reusable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011680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BUILD TOOL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Vite 6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Next-gen frontend tooling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Sub-second Hot Module Replacement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Sub-3s production build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BACKEND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Node.js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Asynchronous event-driven I/O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High concurrent order throughput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Standard enterprise runtime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6888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011680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FRAMEWORK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Express.js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Lightweight RESTful routing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Middleware for CORS &amp; JSON parse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Sub-20ms endpoint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246888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DATABASE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MySQL / JSON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Normalized relational schema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Automated disk persistence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Permanent analytics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114800"/>
            <a:ext cx="246888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4297680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SECURITY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Bcrypt.js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Salted password hashing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 plaintext storage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Enterprise auth protection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246888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297680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ICONOGRAPHY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Lucide Icons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Crisp scalable vector SVG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 design pixelation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Ultra-low bundle footprint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4114800"/>
            <a:ext cx="246888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4297680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STYLING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CSS3 Keyframes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60fps hardware animations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Glassmorphic backdrop filters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 heavy animation bloat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6 of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Customer Module: Table QR Scan &amp;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Frictionless three-step entry connecting physical dining tables to digital carts.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75504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1830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FRICTIONLESS ONBOARDING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Contactless Onboarding Workflow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Step 1 - Table QR Scan: Diner scans the acrylic table QR standee with any smartphone camera.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Step 2 - URL Route Binding: Browser navigates directly to table route (e.g., `/table/3`).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Step 3 - Global Session Locking: `CartContext` locks Table #3; all items ordered attach to Table #3.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Step 4 - Live Kitchen Presence: Pulsating green status indicator confirms the kitchen is active and taking orders.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Table Switcher Modal: Guests moving tables can re-assign their table number without losing active cart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2011680"/>
            <a:ext cx="471830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MOBILE-FIRST LANDING DESIGN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Landing Page &amp; Ambient UI Features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Live Kitchen Active Badge: Floating glowing pill with animated pulse dot reassuring diners.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Quick Table Selectors: 12 interactive table buttons (T-1 to T-12) for walk-ins and manual selection.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Custom Table Input: Allows floor staff or large banquet tables to specify custom identifiers.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Direct CTA Button: 'Explore Royal Menu' with gradient shimmer leading immediately into the culinary catalog.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 Login Requirement: Diners do not enter email or phone numbers just to view food.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7 of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Customer Module: 100% Pure Vegetarian Digital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 visual, high-definition digital menu celebrating authentic Gujarati and Indian cuisine.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CULINARY AUTHENTICITY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Photographic Alignment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Every single dish features an authentic high-resolution local photo matching its exact description.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Special Gujarati Thali, Paneer Butter Masala, Pav Bhaji, Spring Rolls, and Desi Kulhad Chai.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 generic stock imagery ensures diners receive exactly what they visually selected.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FAST NAVIGATION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Instant Search &amp; Categories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Dynamic category tabs: Starters, Main Course, Breads &amp; Rice, Desserts, and Beverages.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Sub-millisecond instant search: Filters dishes across names, descriptions, and categories simultaneously.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Clear pricing overlays and preparation time indicators on every food card.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DIETARY INTEGRITY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100% Pure Veg Reassurance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Prominent '🌿 100% Pure Vegetarian' badge displayed in the menu header.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Classic green dot dietary indicator on every dish card guarantees Shuddh Shakahari norms.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Builds immediate trust with family diners and traditional dining hall guests.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486400"/>
            <a:ext cx="102714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CATALOG SNAPSHOT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10 Curated Menu Specialties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Unlimited Gujarati Thali (₹150) • Paneer Butter Masala (₹280) • Pav Bhaji Special (₹100) • Spring Rolls (₹190) • Garlic Naan (₹65) • Fudge Brownie (₹180) • Gulab Jamun (₹110) • Mint Mojito (₹130) • Kulhad Chai (₹60) • Iced Cola (₹50)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8 of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Customer Module: Custom Notes &amp; Floating Cart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Empowering diners with granular order customizations and smooth cart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75504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1830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GRANULAR CUSTOMIZATION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Item-Level Custom Preparation Notes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Custom Instructions Modal: Diners tap the edit note icon on any dish to attach specific instructions.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Dietary Customization: Accommodates requests like 'Jain preparation - no onion or garlic', 'mild spice', or 'extra butter'.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Kitchen Priority: Notes are transmitted directly to the kitchen display, eliminating waiter miscommunication.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Tactile ADD Micro-Interaction: The ADD button pops and transforms into an animated green 'ADDED!' checkmark.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2011680"/>
            <a:ext cx="471830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SMART CART MANAGEMENT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Sticky Floating Cart Bar &amp; Drawer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Mobile-First Floating Bar: Animates into view at bottom-center as soon as items are added to cart.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Real-Time Totals: Displays item count, running subtotal, and glowing shimmer CTA button.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Slide-Over Cart Drawer: Clean slide-out panel allowing diners to adjust quantities (+ / -) or remove items.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Item Note Preview: Special instructions are displayed alongside each item in the drawer for final verification.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One-Click Place Order: Sends payload to backend REST API with instant confirmation.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9 of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Customer Module: Live Order Stepper &amp; Staff Calling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Transparent post-order experience connecting diners in real time to kitchen cooking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STEP 1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1. Placed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Order received by server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Logged with unique Order ID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Table session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011680"/>
            <a:ext cx="20116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STEP 2 (ACTIVE)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2. Preparing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Chef cooking at kitchen station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Custom notes being followed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Pulsating active amber 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20116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3. Ready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Dishes plated and inspected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Ready at pickup counter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Waitstaff dispatched to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6888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011680"/>
            <a:ext cx="20116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STEP 4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4. Served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Delivered to customer table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Completed order receipt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Table bill finalized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0728655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80560"/>
            <a:ext cx="1027145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GUEST HOSPITALITY FEATURE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Instant One-Touch Staff Calling System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Diners can click 'Call Staff' anytime from the top navigation bar without waving hands or shouting.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Staff Assistance Modal: Enables requests for water carafe, extra cutlery, quick assistance, or bill inquiry.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Alerts are immediately transmitted to manager dashboard with table number for immediate floor service.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10 of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MANAGER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Manager Portal: Real-Time Operations &amp; Executive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Centralized cockpit providing immediate visibility into kitchen workload and dining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21031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₹14,850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Today's Gross Revenue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↑ +18.4% compared to yesterday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93392"/>
            <a:ext cx="21031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6 Tables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Active Kitchen Orders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Kitchen running smoothly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93392"/>
            <a:ext cx="21031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11.4 min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Avg Preparation Time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Well below 15-minute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688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993392"/>
            <a:ext cx="21031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A855F7"/>
                </a:solidFill>
              </a:defRPr>
            </a:pPr>
            <a:r>
              <a:t>75%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Table Occupancy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9 of 12 tables currently occupied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728655" cy="2377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31919"/>
            <a:ext cx="1027145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SECURITY &amp; NAVIGATION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Role-Based Security &amp; Quick Actions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Secure Authentication: Manager login protected with bcrypt salt encryption (`admin@hotel.com`).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Role Guarding: Protected route guards automatically redirect unauthorized users to login portal.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Live Synchronization Badge: Pulsating `.live-badge-glow` indicator confirms real-time connection to backend API.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Quick Navigation Bar: One-click tabs to Live Orders, Menu Catalog, Tables &amp; QR, and Customer View mode.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11 of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MANAGER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Manager Operations: Live Kitchen Orders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Real-time order progression board enabling chefs to prioritize and advance tickets effortlessly.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STATUS: PENDING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Order #1041 (Table 4)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Items: 2x Gujarati Thali, 1x Kulhad Chai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Timestamp: 12:42 PM (8 mins elapsed)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Special Note: 'Less sweet kadhi for thali'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Action: Click 'Start Preparing' advances ticket to Kitchen station.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STATUS: PREPARING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Order #1039 (Table 2)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Items: 1x Paneer Butter Masala, 3x Garlic Naan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Timestamp: 12:35 PM (15 mins elapsed)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Special Note: 'Extra crispy tandoori naan'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Action: Click 'Mark Ready' notifies waiters that food is plated.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STATUS: READY TO SERVE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Order #1038 (Table 7)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Items: 2x Pav Bhaji Special, 2x Mint Mojito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Timestamp: 12:28 PM (22 mins elapsed)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Special Note: 'Extra butter pav'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Action: Click 'Mark Served' completes ticket and logs bill.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486400"/>
            <a:ext cx="102714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REAL-TIME SYNC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Immediate Synchronization Guarantee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Status changes trigger instant state updates across all connected customer order-tracking steppers without page reload.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12 of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MANAGER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Manager Operations: Dynamic Menu &amp; Real-Time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Instant control over dish availability, pricing updates, and culinary catalog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75504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1830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INVENTORY AGILITY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One-Click Stock Toggling (86 Management)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Instant Inventory Control: When ingredients run out mid-shift, managers click the stock toggle in 1 second.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Status Flip: Toggles item availability between 'In Stock' (Active) and 'Sold Out' (Unavailable).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Customer Protection: Customer menu immediately renders a dark glassmorphic 'Sold Out' overlay over the dish.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 Kitchen Conflicts: Prevents customers from ordering unavailable dishes, eliminating kitchen apologies.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2011680"/>
            <a:ext cx="471830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CATALOG FLEXIBILITY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Dynamic Add &amp; Edit Dish Portal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Rich Modal Editor: Modify dish title, category, pricing, description, and preparation time on the fly.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Quick-Select Preset Picker: One-click quick picker for pre-bundled signature Gujarati and Indian dishes.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Pure Vegetarian Default: Defaults new dishes to pure vegetarian to maintain 100% Shuddh Shakahari standards.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Instant Database Commit: All changes persist immediately to disk, surviving server reboots.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13 of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MANAGER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Manager Operations: Table Management &amp; QR Standees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Managing physical dining tables and generating high-resolution printable QR acrylic standees.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FAMILY TABLE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Table #1 (6 Seats)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Section: Main Family Dining Hall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Capacity: 6 Guests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Status: Active / Occupied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Dynamic URL: `http://.../table/1`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Includes one-click printable acrylic standee template.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STANDARD BOOTH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Table #2 (4 Seats)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Section: Garden Terrace Section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Capacity: 4 Guests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Status: Active / Available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Dynamic URL: `http://.../table/2`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Includes one-click printable acrylic standee template.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EXPRESS TABLE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Table #3 (2 Seats)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Section: Express Dining Alcove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Capacity: 2 Guests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Status: Active / Occupied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Dynamic URL: `http://.../table/3`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Includes one-click printable acrylic standee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486400"/>
            <a:ext cx="102714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HARDWARE INTEGRATION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12 Fully Configured Dining Tables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Printable QR standees feature hotel branding, table numbers, and crisp scalable vector QR codes ready for acrylic tabletop displays.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14 of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Multi-Tier Sales Analytics &amp; Revenue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Automated financial audits and dining trend analysis across daily, monthly, and yearly scopes.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DAILY SCOPE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1. Daily Analytics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Hourly Revenue Curve: Identifies peak rush lunch (12-3 PM) and dinner (7-10 PM) spikes.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Today's Order Volume: Real-time count of total orders placed and completed.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Average Ticket Size: Tracks spending per table to monitor upselling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MONTHLY SCOPE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2. Monthly Analytics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Day-by-Day Revenue Bars: Visualizes monthly sales progression across all 30 days.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Weekend vs. Weekday Patterns: Highlights weekend sales surges for staff scheduling.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Month-to-Date Gross Sales: Tracks performance against monthly targets.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ANNUAL SCOPE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3. Yearly Analytics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12-Month Annual Curve: Tracks historical turnover across all twelve months.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Festive Season Surges: Captures festival season sales spikes (Diwali, Navratri).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Year-over-Year Growth: Delivers actionable business intelligence for expansion.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486400"/>
            <a:ext cx="102714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POPULARITY RANKING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Top 5 Bestselling Dishes Automatically Ranked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1. Unlimited Gujarati Thali (48%) • 2. Paneer Butter Masala (22%) • 3. Pav Bhaji (15%) • 4. Kulhad Chai (9%) • 5. Gulab Jamun (6%)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15 of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Database Schema &amp; Fault-Tolerant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Dual-engine architecture ensuring relational integrity and crash-resilient disk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75504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1830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ENTITY RELATIONSHIPS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Normalized Relational Entity Schema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users: Manager and kitchen staff credentials with bcrypt salt-hashed passwords and roles.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tables: Physical table mapping, seating capacities (2, 4, 6), status, and QR URLs.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categories: Starters, Main Course, Breads &amp; Rice, Desserts, Beverages.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menu: Dish titles, descriptions, pricing, pure-veg flag, prep times, and image URLs.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orders &amp; order_items: Order number, table number, total bill, status, items, and custom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2011680"/>
            <a:ext cx="471830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ZERO DATA LOSS GUARANTEE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Guaranteed Disk Persistence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The Common Problem: Most student web projects store data in memory, losing all sales upon server reboot.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The Solution: Automated atomic disk-write synchronization directly to `backend/data/db.json`.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Continuous Auto-Sync: Every order placed, status advanced, or menu item edited is immediately flushed to disk.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Full Re-Hydration: When server starts, the database engine loads all historical orders and analytics intact.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16 of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UI/UX Aesthetics &amp; 60fps Micro-Animations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Modern, luxury dining hall aesthetic combining amber warmth with buttery-smooth micro-interactions.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LIVE PRESENCE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Live Activity Marquee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Continuous 60fps announcement ticker directly below the navigation bar.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Broadcasts kitchen status, chef specials, and dining table activity in real-time.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Hardware-accelerated CSS keyframe marquee ensures zero stutter on mobile.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TACTILE FEEDBACK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Tactile Micro-Interactions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Bouncy ADD Button: Pops with scale transition into an animated green 'ADDED!' checkmark.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Floating Cart Action Bar: Floats smoothly at screen bottom with item badge and shimmer effect.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Hover Card Lift: 3D elevation (`.hover-lift`) on menu cards and manager KPI widgets.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28800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011680"/>
            <a:ext cx="2871216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VISUAL LUXURY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Glassmorphism &amp; Depth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Frosted glass blur (`backdrop-filter: blur(16px)`) on top navigation and card overlays.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Royal amber &amp; gold color grading tailored for traditional Gujarati dining halls.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100% responsive across mobile phones, tablets, and manager desktop displays.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486400"/>
            <a:ext cx="102714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PERFORMANCE DISCIPLINE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Performance Optimization Principle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 heavy third-party animation libraries used; all motion is powered by native, lightweight CSS3 keyframes.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17 of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SYSTEM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Security, Reliability &amp; System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Engineering rigor ensuring fast response times, password protection, and uninterrupted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HIGH PERFORMANCE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Sub-20ms Latency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Lightweight JSON REST endpoints.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In-memory cached lookup with asynchronous disk write sync.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Instant sub-millisecond menu search and filter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011680"/>
            <a:ext cx="20116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SECURITY LAYER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Bcrypt Salt Hashing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10 salt rounds applied to manager credentials.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 plaintext passwords stored in database or memory.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Guards against database injection and credential exposure.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20116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DIETARY STANDARDS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100% Pure Veg Guard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Strict dietary filtering at backend schema level.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Eliminates non-veg items from database seeds and API responses.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Protects religious and cultural dining hall dietary integrity.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2468880" cy="4206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011680"/>
            <a:ext cx="20116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RELIABILITY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Fault Tolerance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 data loss across unexpected power cuts or server restarts.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Client-side offline fallback data preserves diner cart state.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CORS enabled with secure REST header policies.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18 of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ENGINEERING REFLECTIONS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Engineering Challenges Overcome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Real-world development obstacles tackled and solved systematically during project implementation.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75504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18304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CHALLENGE 1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1. Data Persistence Across Server Reboots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Challenge: In-memory arrays cleared on server restart, erasing analytics history.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Solution: Implemented atomic file mirroring (`db.json`) re-hydrating orders automatically on launch.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28800"/>
            <a:ext cx="5175504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2011680"/>
            <a:ext cx="4718304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CHALLENGE 2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2. Photographic Image-Dish Alignment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Challenge: Generic food stock photos caused customer confusion with menu names.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Solution: Downloaded authentic local photographs matching all 10 Gujarati and Indian dishes with local asset caching.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175504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4718304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CHALLENGE 3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3. Pure Vegetarian Identity Realignment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Challenge: Retaining non-veg items conflicted with traditional dining hall expectations.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Solution: Purged all non-veg items across database seeds, APIs, and UI to deliver a 100% Shuddh Shakahari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069080"/>
            <a:ext cx="5175504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4251960"/>
            <a:ext cx="4718304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CHALLENGE 4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4. 60fps Mobile Performance Without Bloat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Challenge: Heavy third-party animation libraries degraded mobile browser responsiveness.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Solution: Engineered native CSS3 keyframes with GPU transforms for butter-smooth mobile execution.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19 of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Conclusion &amp; Future Roadmap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Madhav Dining Hall demonstrates the practical value of modern full-stack web applications in hospitality.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28416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77440"/>
            <a:ext cx="2871216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FUTURE SCOPE 1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UPI &amp; Payment Gateways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Integration with Razorpay / Stripe for in-app UPI payments (Google Pay, PhonePe, Paytm).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Enables split-bill calculations among dining guests.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Automated digital invoice generation sent to customer WhatsApp.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2194560"/>
            <a:ext cx="3328416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8" y="2377440"/>
            <a:ext cx="2871216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FUTURE SCOPE 2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Multi-Language Localization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Support for Gujarati, Hindi, and English languages.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Enables regional diners to browse menu descriptions comfortably in their native mother tongue.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Voice-assisted ordering for elderly guests.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2194560"/>
            <a:ext cx="3328416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1896" y="2377440"/>
            <a:ext cx="2871216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FUTURE SCOPE 3</a:t>
            </a:r>
          </a:p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Kitchen Display Tablet (KDS)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Dedicated Kitchen Display System (KDS) app for tablet mounts over cooking stations.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Audio chimes when new orders or custom notes arrive.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Chef station breakdown: Thali Station, Tawa Station, Beverage Counter.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035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Thank You! Questions &amp; Answers Session Open.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MADHAV DINING HALL  •  100% Pure Vegetarian Smart Dining &amp; Operations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Slide 20 of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